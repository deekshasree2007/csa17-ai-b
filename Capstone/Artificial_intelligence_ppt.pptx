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9" r:id="rId10"/>
    <p:sldId id="266" r:id="rId11"/>
    <p:sldId id="270" r:id="rId12"/>
    <p:sldId id="267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63BF59-0DB6-4F99-9330-AAEFA7933B5E}" v="24" dt="2026-08-26T08:38:31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a Sarthiwika" userId="520b840b5b551231" providerId="LiveId" clId="{D4A52273-0FF9-4658-8CDB-90C834A3E3D1}"/>
    <pc:docChg chg="undo custSel modSld">
      <pc:chgData name="Asha Sarthiwika" userId="520b840b5b551231" providerId="LiveId" clId="{D4A52273-0FF9-4658-8CDB-90C834A3E3D1}" dt="2026-08-26T09:08:34.741" v="122" actId="21"/>
      <pc:docMkLst>
        <pc:docMk/>
      </pc:docMkLst>
      <pc:sldChg chg="modSp mod">
        <pc:chgData name="Asha Sarthiwika" userId="520b840b5b551231" providerId="LiveId" clId="{D4A52273-0FF9-4658-8CDB-90C834A3E3D1}" dt="2026-08-26T09:08:34.741" v="122" actId="21"/>
        <pc:sldMkLst>
          <pc:docMk/>
          <pc:sldMk cId="3270755990" sldId="256"/>
        </pc:sldMkLst>
        <pc:spChg chg="mod">
          <ac:chgData name="Asha Sarthiwika" userId="520b840b5b551231" providerId="LiveId" clId="{D4A52273-0FF9-4658-8CDB-90C834A3E3D1}" dt="2026-08-26T09:08:34.741" v="122" actId="21"/>
          <ac:spMkLst>
            <pc:docMk/>
            <pc:sldMk cId="3270755990" sldId="256"/>
            <ac:spMk id="3" creationId="{3860612A-16FF-333F-69A9-B08F42BC796A}"/>
          </ac:spMkLst>
        </pc:spChg>
        <pc:spChg chg="mod">
          <ac:chgData name="Asha Sarthiwika" userId="520b840b5b551231" providerId="LiveId" clId="{D4A52273-0FF9-4658-8CDB-90C834A3E3D1}" dt="2026-08-24T03:26:16.122" v="3" actId="255"/>
          <ac:spMkLst>
            <pc:docMk/>
            <pc:sldMk cId="3270755990" sldId="256"/>
            <ac:spMk id="6" creationId="{9DF045D8-0791-1839-5F83-B2328DBDBAD6}"/>
          </ac:spMkLst>
        </pc:spChg>
      </pc:sldChg>
      <pc:sldChg chg="modSp mod">
        <pc:chgData name="Asha Sarthiwika" userId="520b840b5b551231" providerId="LiveId" clId="{D4A52273-0FF9-4658-8CDB-90C834A3E3D1}" dt="2026-08-24T03:57:19.523" v="7" actId="113"/>
        <pc:sldMkLst>
          <pc:docMk/>
          <pc:sldMk cId="2706315146" sldId="257"/>
        </pc:sldMkLst>
        <pc:spChg chg="mod">
          <ac:chgData name="Asha Sarthiwika" userId="520b840b5b551231" providerId="LiveId" clId="{D4A52273-0FF9-4658-8CDB-90C834A3E3D1}" dt="2026-08-24T03:57:19.523" v="7" actId="113"/>
          <ac:spMkLst>
            <pc:docMk/>
            <pc:sldMk cId="2706315146" sldId="257"/>
            <ac:spMk id="4" creationId="{454E8D2D-7820-09D8-4548-73D845E6BF94}"/>
          </ac:spMkLst>
        </pc:spChg>
      </pc:sldChg>
      <pc:sldChg chg="delSp modSp mod">
        <pc:chgData name="Asha Sarthiwika" userId="520b840b5b551231" providerId="LiveId" clId="{D4A52273-0FF9-4658-8CDB-90C834A3E3D1}" dt="2026-08-24T03:59:29.908" v="15" actId="113"/>
        <pc:sldMkLst>
          <pc:docMk/>
          <pc:sldMk cId="1509776035" sldId="258"/>
        </pc:sldMkLst>
        <pc:spChg chg="mod">
          <ac:chgData name="Asha Sarthiwika" userId="520b840b5b551231" providerId="LiveId" clId="{D4A52273-0FF9-4658-8CDB-90C834A3E3D1}" dt="2026-08-24T03:59:29.908" v="15" actId="113"/>
          <ac:spMkLst>
            <pc:docMk/>
            <pc:sldMk cId="1509776035" sldId="258"/>
            <ac:spMk id="4" creationId="{179ABA81-8649-FA0F-E505-79699F9CFCBB}"/>
          </ac:spMkLst>
        </pc:spChg>
      </pc:sldChg>
      <pc:sldChg chg="modSp mod">
        <pc:chgData name="Asha Sarthiwika" userId="520b840b5b551231" providerId="LiveId" clId="{D4A52273-0FF9-4658-8CDB-90C834A3E3D1}" dt="2026-08-24T04:03:29.157" v="24" actId="20577"/>
        <pc:sldMkLst>
          <pc:docMk/>
          <pc:sldMk cId="5585377" sldId="259"/>
        </pc:sldMkLst>
        <pc:spChg chg="mod">
          <ac:chgData name="Asha Sarthiwika" userId="520b840b5b551231" providerId="LiveId" clId="{D4A52273-0FF9-4658-8CDB-90C834A3E3D1}" dt="2026-08-24T03:59:35.064" v="16" actId="1076"/>
          <ac:spMkLst>
            <pc:docMk/>
            <pc:sldMk cId="5585377" sldId="259"/>
            <ac:spMk id="2" creationId="{FA4BF260-4E56-85F9-7D00-C110E47ECF22}"/>
          </ac:spMkLst>
        </pc:spChg>
        <pc:spChg chg="mod">
          <ac:chgData name="Asha Sarthiwika" userId="520b840b5b551231" providerId="LiveId" clId="{D4A52273-0FF9-4658-8CDB-90C834A3E3D1}" dt="2026-08-24T04:03:29.157" v="24" actId="20577"/>
          <ac:spMkLst>
            <pc:docMk/>
            <pc:sldMk cId="5585377" sldId="259"/>
            <ac:spMk id="4" creationId="{AF153107-9CBA-D08D-A544-231BFA405069}"/>
          </ac:spMkLst>
        </pc:spChg>
      </pc:sldChg>
      <pc:sldChg chg="addSp delSp modSp mod">
        <pc:chgData name="Asha Sarthiwika" userId="520b840b5b551231" providerId="LiveId" clId="{D4A52273-0FF9-4658-8CDB-90C834A3E3D1}" dt="2026-08-26T08:19:52.500" v="31" actId="14100"/>
        <pc:sldMkLst>
          <pc:docMk/>
          <pc:sldMk cId="1932406183" sldId="260"/>
        </pc:sldMkLst>
        <pc:picChg chg="del">
          <ac:chgData name="Asha Sarthiwika" userId="520b840b5b551231" providerId="LiveId" clId="{D4A52273-0FF9-4658-8CDB-90C834A3E3D1}" dt="2026-08-26T08:19:36.779" v="25" actId="478"/>
          <ac:picMkLst>
            <pc:docMk/>
            <pc:sldMk cId="1932406183" sldId="260"/>
            <ac:picMk id="3" creationId="{08AE4866-9DD6-8A29-24E5-B539CCB95298}"/>
          </ac:picMkLst>
        </pc:picChg>
        <pc:picChg chg="add mod">
          <ac:chgData name="Asha Sarthiwika" userId="520b840b5b551231" providerId="LiveId" clId="{D4A52273-0FF9-4658-8CDB-90C834A3E3D1}" dt="2026-08-26T08:19:52.500" v="31" actId="14100"/>
          <ac:picMkLst>
            <pc:docMk/>
            <pc:sldMk cId="1932406183" sldId="260"/>
            <ac:picMk id="4" creationId="{D224AE7F-E121-806E-676E-6A659C787198}"/>
          </ac:picMkLst>
        </pc:picChg>
      </pc:sldChg>
      <pc:sldChg chg="modSp mod">
        <pc:chgData name="Asha Sarthiwika" userId="520b840b5b551231" providerId="LiveId" clId="{D4A52273-0FF9-4658-8CDB-90C834A3E3D1}" dt="2026-08-26T08:32:26.224" v="56" actId="14100"/>
        <pc:sldMkLst>
          <pc:docMk/>
          <pc:sldMk cId="1751861466" sldId="261"/>
        </pc:sldMkLst>
        <pc:spChg chg="mod">
          <ac:chgData name="Asha Sarthiwika" userId="520b840b5b551231" providerId="LiveId" clId="{D4A52273-0FF9-4658-8CDB-90C834A3E3D1}" dt="2026-08-26T08:27:05.223" v="50" actId="20577"/>
          <ac:spMkLst>
            <pc:docMk/>
            <pc:sldMk cId="1751861466" sldId="261"/>
            <ac:spMk id="2" creationId="{ABE64E46-707D-99C4-CDE3-D32A9F942AE9}"/>
          </ac:spMkLst>
        </pc:spChg>
        <pc:spChg chg="mod">
          <ac:chgData name="Asha Sarthiwika" userId="520b840b5b551231" providerId="LiveId" clId="{D4A52273-0FF9-4658-8CDB-90C834A3E3D1}" dt="2026-08-26T08:32:26.224" v="56" actId="14100"/>
          <ac:spMkLst>
            <pc:docMk/>
            <pc:sldMk cId="1751861466" sldId="261"/>
            <ac:spMk id="3" creationId="{546311FC-1D00-C6A8-B788-8BDD53874ADC}"/>
          </ac:spMkLst>
        </pc:spChg>
      </pc:sldChg>
      <pc:sldChg chg="modSp mod">
        <pc:chgData name="Asha Sarthiwika" userId="520b840b5b551231" providerId="LiveId" clId="{D4A52273-0FF9-4658-8CDB-90C834A3E3D1}" dt="2026-08-26T08:33:48.886" v="63" actId="14100"/>
        <pc:sldMkLst>
          <pc:docMk/>
          <pc:sldMk cId="2035854676" sldId="263"/>
        </pc:sldMkLst>
        <pc:spChg chg="mod">
          <ac:chgData name="Asha Sarthiwika" userId="520b840b5b551231" providerId="LiveId" clId="{D4A52273-0FF9-4658-8CDB-90C834A3E3D1}" dt="2026-08-26T08:32:57.543" v="57"/>
          <ac:spMkLst>
            <pc:docMk/>
            <pc:sldMk cId="2035854676" sldId="263"/>
            <ac:spMk id="2" creationId="{2D9C1480-BB53-EE83-9D21-DECC3911803B}"/>
          </ac:spMkLst>
        </pc:spChg>
        <pc:spChg chg="mod">
          <ac:chgData name="Asha Sarthiwika" userId="520b840b5b551231" providerId="LiveId" clId="{D4A52273-0FF9-4658-8CDB-90C834A3E3D1}" dt="2026-08-26T08:33:48.886" v="63" actId="14100"/>
          <ac:spMkLst>
            <pc:docMk/>
            <pc:sldMk cId="2035854676" sldId="263"/>
            <ac:spMk id="3" creationId="{DE95D81A-9614-D783-31AC-64CD859232C7}"/>
          </ac:spMkLst>
        </pc:spChg>
      </pc:sldChg>
      <pc:sldChg chg="modSp mod">
        <pc:chgData name="Asha Sarthiwika" userId="520b840b5b551231" providerId="LiveId" clId="{D4A52273-0FF9-4658-8CDB-90C834A3E3D1}" dt="2026-08-26T08:38:31.378" v="96" actId="14100"/>
        <pc:sldMkLst>
          <pc:docMk/>
          <pc:sldMk cId="3237433330" sldId="264"/>
        </pc:sldMkLst>
        <pc:spChg chg="mod">
          <ac:chgData name="Asha Sarthiwika" userId="520b840b5b551231" providerId="LiveId" clId="{D4A52273-0FF9-4658-8CDB-90C834A3E3D1}" dt="2026-08-26T08:38:31.378" v="96" actId="14100"/>
          <ac:spMkLst>
            <pc:docMk/>
            <pc:sldMk cId="3237433330" sldId="264"/>
            <ac:spMk id="4" creationId="{50E423BA-5C9D-D186-93E2-880A590D78E9}"/>
          </ac:spMkLst>
        </pc:spChg>
      </pc:sldChg>
      <pc:sldChg chg="modSp mod">
        <pc:chgData name="Asha Sarthiwika" userId="520b840b5b551231" providerId="LiveId" clId="{D4A52273-0FF9-4658-8CDB-90C834A3E3D1}" dt="2026-08-26T08:35:56.916" v="78" actId="14100"/>
        <pc:sldMkLst>
          <pc:docMk/>
          <pc:sldMk cId="2801835648" sldId="266"/>
        </pc:sldMkLst>
        <pc:spChg chg="mod">
          <ac:chgData name="Asha Sarthiwika" userId="520b840b5b551231" providerId="LiveId" clId="{D4A52273-0FF9-4658-8CDB-90C834A3E3D1}" dt="2026-08-26T08:35:01.612" v="70" actId="20577"/>
          <ac:spMkLst>
            <pc:docMk/>
            <pc:sldMk cId="2801835648" sldId="266"/>
            <ac:spMk id="2" creationId="{BFFF4A0C-37C8-BEBD-34FD-0954A05A4AE3}"/>
          </ac:spMkLst>
        </pc:spChg>
        <pc:spChg chg="mod">
          <ac:chgData name="Asha Sarthiwika" userId="520b840b5b551231" providerId="LiveId" clId="{D4A52273-0FF9-4658-8CDB-90C834A3E3D1}" dt="2026-08-26T08:35:56.916" v="78" actId="14100"/>
          <ac:spMkLst>
            <pc:docMk/>
            <pc:sldMk cId="2801835648" sldId="266"/>
            <ac:spMk id="6" creationId="{DD9648AD-732D-2F70-54FF-928539A9DFA0}"/>
          </ac:spMkLst>
        </pc:spChg>
      </pc:sldChg>
      <pc:sldChg chg="modSp mod">
        <pc:chgData name="Asha Sarthiwika" userId="520b840b5b551231" providerId="LiveId" clId="{D4A52273-0FF9-4658-8CDB-90C834A3E3D1}" dt="2026-08-26T08:37:18.484" v="84" actId="113"/>
        <pc:sldMkLst>
          <pc:docMk/>
          <pc:sldMk cId="3348430964" sldId="267"/>
        </pc:sldMkLst>
        <pc:spChg chg="mod">
          <ac:chgData name="Asha Sarthiwika" userId="520b840b5b551231" providerId="LiveId" clId="{D4A52273-0FF9-4658-8CDB-90C834A3E3D1}" dt="2026-08-26T08:37:18.484" v="84" actId="113"/>
          <ac:spMkLst>
            <pc:docMk/>
            <pc:sldMk cId="3348430964" sldId="267"/>
            <ac:spMk id="4" creationId="{D51CEEB3-8959-84BD-7074-9D3A3AAB9B0B}"/>
          </ac:spMkLst>
        </pc:spChg>
      </pc:sldChg>
      <pc:sldChg chg="addSp delSp modSp mod">
        <pc:chgData name="Asha Sarthiwika" userId="520b840b5b551231" providerId="LiveId" clId="{D4A52273-0FF9-4658-8CDB-90C834A3E3D1}" dt="2026-08-26T08:41:19.586" v="114" actId="14100"/>
        <pc:sldMkLst>
          <pc:docMk/>
          <pc:sldMk cId="827182609" sldId="268"/>
        </pc:sldMkLst>
        <pc:spChg chg="add del mod">
          <ac:chgData name="Asha Sarthiwika" userId="520b840b5b551231" providerId="LiveId" clId="{D4A52273-0FF9-4658-8CDB-90C834A3E3D1}" dt="2026-08-26T08:40:17.665" v="97" actId="22"/>
          <ac:spMkLst>
            <pc:docMk/>
            <pc:sldMk cId="827182609" sldId="268"/>
            <ac:spMk id="3" creationId="{BFCF46FF-AF02-497D-70E1-3BD5A8A12116}"/>
          </ac:spMkLst>
        </pc:spChg>
        <pc:spChg chg="add del">
          <ac:chgData name="Asha Sarthiwika" userId="520b840b5b551231" providerId="LiveId" clId="{D4A52273-0FF9-4658-8CDB-90C834A3E3D1}" dt="2026-08-26T08:37:49.321" v="87" actId="22"/>
          <ac:spMkLst>
            <pc:docMk/>
            <pc:sldMk cId="827182609" sldId="268"/>
            <ac:spMk id="6" creationId="{FF2D3D44-B9A3-902E-7E0A-38B7F6650C18}"/>
          </ac:spMkLst>
        </pc:spChg>
        <pc:picChg chg="del">
          <ac:chgData name="Asha Sarthiwika" userId="520b840b5b551231" providerId="LiveId" clId="{D4A52273-0FF9-4658-8CDB-90C834A3E3D1}" dt="2026-08-26T08:37:46.702" v="85" actId="478"/>
          <ac:picMkLst>
            <pc:docMk/>
            <pc:sldMk cId="827182609" sldId="268"/>
            <ac:picMk id="4" creationId="{C1ACBF8D-1E8E-63F2-1DDA-D581E5A1CB61}"/>
          </ac:picMkLst>
        </pc:picChg>
        <pc:picChg chg="add mod ord">
          <ac:chgData name="Asha Sarthiwika" userId="520b840b5b551231" providerId="LiveId" clId="{D4A52273-0FF9-4658-8CDB-90C834A3E3D1}" dt="2026-08-26T08:41:19.586" v="114" actId="14100"/>
          <ac:picMkLst>
            <pc:docMk/>
            <pc:sldMk cId="827182609" sldId="268"/>
            <ac:picMk id="8" creationId="{EC4BBE71-D884-5012-57DF-BD30C10F9B84}"/>
          </ac:picMkLst>
        </pc:picChg>
      </pc:sldChg>
      <pc:sldChg chg="addSp delSp modSp mod">
        <pc:chgData name="Asha Sarthiwika" userId="520b840b5b551231" providerId="LiveId" clId="{D4A52273-0FF9-4658-8CDB-90C834A3E3D1}" dt="2026-08-26T08:41:04.577" v="110" actId="14100"/>
        <pc:sldMkLst>
          <pc:docMk/>
          <pc:sldMk cId="1609161" sldId="269"/>
        </pc:sldMkLst>
        <pc:spChg chg="add mod">
          <ac:chgData name="Asha Sarthiwika" userId="520b840b5b551231" providerId="LiveId" clId="{D4A52273-0FF9-4658-8CDB-90C834A3E3D1}" dt="2026-08-26T08:40:43.687" v="102" actId="478"/>
          <ac:spMkLst>
            <pc:docMk/>
            <pc:sldMk cId="1609161" sldId="269"/>
            <ac:spMk id="3" creationId="{0032BF20-88E9-D4B6-8AB8-B6E336FF1EB1}"/>
          </ac:spMkLst>
        </pc:spChg>
        <pc:picChg chg="del">
          <ac:chgData name="Asha Sarthiwika" userId="520b840b5b551231" providerId="LiveId" clId="{D4A52273-0FF9-4658-8CDB-90C834A3E3D1}" dt="2026-08-26T08:40:43.687" v="102" actId="478"/>
          <ac:picMkLst>
            <pc:docMk/>
            <pc:sldMk cId="1609161" sldId="269"/>
            <ac:picMk id="5" creationId="{2BD8D2E3-C0FF-1C2E-93BF-3E3D000BBC10}"/>
          </ac:picMkLst>
        </pc:picChg>
        <pc:picChg chg="add mod">
          <ac:chgData name="Asha Sarthiwika" userId="520b840b5b551231" providerId="LiveId" clId="{D4A52273-0FF9-4658-8CDB-90C834A3E3D1}" dt="2026-08-26T08:41:04.577" v="110" actId="14100"/>
          <ac:picMkLst>
            <pc:docMk/>
            <pc:sldMk cId="1609161" sldId="269"/>
            <ac:picMk id="6" creationId="{18958D68-8DDA-2E83-1FEB-5AEDEE87E35A}"/>
          </ac:picMkLst>
        </pc:picChg>
      </pc:sldChg>
      <pc:sldChg chg="addSp delSp modSp mod">
        <pc:chgData name="Asha Sarthiwika" userId="520b840b5b551231" providerId="LiveId" clId="{D4A52273-0FF9-4658-8CDB-90C834A3E3D1}" dt="2026-08-26T08:41:56.540" v="120" actId="14100"/>
        <pc:sldMkLst>
          <pc:docMk/>
          <pc:sldMk cId="4275245706" sldId="270"/>
        </pc:sldMkLst>
        <pc:spChg chg="add mod">
          <ac:chgData name="Asha Sarthiwika" userId="520b840b5b551231" providerId="LiveId" clId="{D4A52273-0FF9-4658-8CDB-90C834A3E3D1}" dt="2026-08-26T08:41:40.486" v="115" actId="478"/>
          <ac:spMkLst>
            <pc:docMk/>
            <pc:sldMk cId="4275245706" sldId="270"/>
            <ac:spMk id="3" creationId="{21EFACC4-F8E1-5D81-EB82-48ACCBA3F8DA}"/>
          </ac:spMkLst>
        </pc:spChg>
        <pc:picChg chg="del">
          <ac:chgData name="Asha Sarthiwika" userId="520b840b5b551231" providerId="LiveId" clId="{D4A52273-0FF9-4658-8CDB-90C834A3E3D1}" dt="2026-08-26T08:41:40.486" v="115" actId="478"/>
          <ac:picMkLst>
            <pc:docMk/>
            <pc:sldMk cId="4275245706" sldId="270"/>
            <ac:picMk id="4" creationId="{83B128A4-9E58-D9BD-A00F-2860702DDFC9}"/>
          </ac:picMkLst>
        </pc:picChg>
        <pc:picChg chg="add mod">
          <ac:chgData name="Asha Sarthiwika" userId="520b840b5b551231" providerId="LiveId" clId="{D4A52273-0FF9-4658-8CDB-90C834A3E3D1}" dt="2026-08-26T08:41:56.540" v="120" actId="14100"/>
          <ac:picMkLst>
            <pc:docMk/>
            <pc:sldMk cId="4275245706" sldId="270"/>
            <ac:picMk id="6" creationId="{873E9A81-A468-D5F9-4D4B-B683E361BB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5B781-4181-CDAF-1BF0-5C6B4470D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A42EC-69E6-3688-D861-2F7D21913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5AAF7-70EF-DCF0-C779-F5613D170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59E4F-DEFE-516A-A571-45C22994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B5066-FCDB-67AE-E703-C6C682B4A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215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32DC-0070-60A2-A749-E0AF5C18E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AEC51-E8F5-57D0-F0D5-6D6AE4A42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875AE-0224-DC32-DB12-9503A7627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3DD51-5C23-A357-31C1-670D4D63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71D8C-EECF-BF14-2B73-FF7133BEC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07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80170-CED4-AE51-DFE2-A4EF9959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E585D-B3F8-72D1-C5F7-FE51545C0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CADAB-546B-01E5-22FB-EFEC8CB62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68C8F-0F97-90D4-3F74-FB84A4284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40AC5-9411-8F9E-0777-3B8FEBAD3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7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B3B96-8334-2A21-B29A-897DBF6F3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B9AEC-E9FB-E355-5016-69F854120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6B4628-25B5-D861-66BE-C1872E501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A83ADB-8EBB-2AC4-F0BE-A8815A8F8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42046-5422-E6EE-444E-5BCAD36FA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C7033-C0D1-8D97-99F9-A9D9BBAE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81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C9BBA-D81C-2459-EB6F-3C49CEE3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8439A-207D-DEDB-4951-0D63C9499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03EBC-D2AB-E004-A2A7-BC1CF25A0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FAA341-1AAF-392B-0F40-8D97875C69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4AF4D-85EE-9005-3476-5DFEA1350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6C462A-C36A-3293-DC79-29FEE32F1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8B5939-7BAC-5D51-6D62-DBE0AB32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81F9E8-9E14-E309-92DC-01BA1380B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58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0AB39-662C-2430-CC38-A92E0AB3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EB6F5-874D-9D97-CA6F-CACC3F448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76759-F6DB-1752-AFAB-2DC809603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341DE-6AA4-45DF-482E-09C6B738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0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971566-9AB9-B5E8-E607-04F5A9E7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8E972-02D0-0364-660C-72161D210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D0CD6-1616-033B-39C6-31A237AAD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32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84464-B13A-DFFD-D2E7-684A840C4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F18FE-F393-D52F-5256-052ABF1BC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7C5CC-EC37-C5E6-1176-F21171120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30C1F-DD6F-57B2-0C5B-867BEFDC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5BD6A-1981-639F-BBA6-048954663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C1063-6645-C899-E9FD-C58B3D1A5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245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65A0F-4137-8AEF-7C7E-0705302AB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F36713-B83B-9681-9258-510A48D745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83A39-33E9-E46E-5F86-B94A77EAA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E5B5B-3767-AF38-766C-128A756FC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89A22-2898-A8F5-807E-88B1699D1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C0573-AA96-2E9A-A823-650B0467E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5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8DBD3-E08C-269B-C7C7-FB5EEE519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0FC36-09A6-ED54-59C8-F9DCA97F85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FF498-83B2-87FB-4C2E-AD9EB6EE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7176F-FCB3-690D-5BCC-2DC02C18E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E87B6-45A7-15B2-5123-DCBD1433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98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D8FD31-AC43-556F-6078-B76FEE342D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D62209-D05A-BD58-1659-5C22EADED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473CE-02F1-8A00-BA6D-A308FDFF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B3F03-90ED-A6A8-96F5-BEFC4F4B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FAEAB-8788-8F69-AA0D-092EC3B97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3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257DFD-BD09-E1E6-22ED-62D383A88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8C1CB-91BF-42D5-8315-176198CE8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44054-0A99-2E28-F122-3334675A3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89831B-A56A-4440-A88B-48D76FC8441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E9464-B811-1FE0-F834-38637EAA3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23801-1F76-7500-B9DB-CC408ADB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7CA8FC-A3E7-4BB0-9507-0D44D99708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47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33AFE-87A1-765B-BBEF-3F15E5A1A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2331" y="1958038"/>
            <a:ext cx="10002214" cy="2616199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Detection System</a:t>
            </a:r>
            <a:b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CSA1706- 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60612A-16FF-333F-69A9-B08F42BC7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1719" y="4881791"/>
            <a:ext cx="4224978" cy="1388534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Asha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Sarthiwika.V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(192311066)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K.Deeksha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Sree(192424097)</a:t>
            </a:r>
          </a:p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S.R.Kaarthika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(192412294</a:t>
            </a:r>
            <a:r>
              <a:rPr lang="en-IN" sz="2800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403D78-7809-4A50-2AB0-BF641427C3A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358" y="318734"/>
            <a:ext cx="966216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F045D8-0791-1839-5F83-B2328DBDBAD6}"/>
              </a:ext>
            </a:extLst>
          </p:cNvPr>
          <p:cNvSpPr txBox="1"/>
          <p:nvPr/>
        </p:nvSpPr>
        <p:spPr>
          <a:xfrm>
            <a:off x="1420419" y="4881791"/>
            <a:ext cx="4091120" cy="86177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r>
              <a:rPr lang="en-US" sz="2500" dirty="0">
                <a:latin typeface="Times New Roman"/>
                <a:cs typeface="Times New Roman"/>
              </a:rPr>
              <a:t>Dr.</a:t>
            </a:r>
            <a:r>
              <a:rPr lang="en-IN" dirty="0"/>
              <a:t>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Krishna Kumar Kathiresan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755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2AC86-C1FB-2D79-4A18-599297335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5739" y="89693"/>
            <a:ext cx="3654287" cy="1325563"/>
          </a:xfrm>
        </p:spPr>
        <p:txBody>
          <a:bodyPr/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4E8D2D-7820-09D8-4548-73D845E6BF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4506" y="1469149"/>
            <a:ext cx="10811013" cy="4762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is false or misleading information that is shared as real news.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spread of fake news on social media and websites can create confusion among people.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to manually check every news article to know whether it is real or fake.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Natural Language Processing (NLP) to process and understand news text.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 such as Naive Bayes, Logistic Regression, and SVM are used to classify news as Real or Fake.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Flask web application provides a simple interface where users can enter or upload news and get the prediction result.</a:t>
            </a:r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14C7A95D-4053-2ED9-3E3F-FE83C1206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aveetha School of Engineering, Chennai ...">
            <a:extLst>
              <a:ext uri="{FF2B5EF4-FFF2-40B4-BE49-F238E27FC236}">
                <a16:creationId xmlns:a16="http://schemas.microsoft.com/office/drawing/2014/main" id="{6D8313F1-C821-C327-7FBF-638222BBE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631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704F-6267-4473-4422-461427313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056" y="179704"/>
            <a:ext cx="5135217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9ABA81-8649-FA0F-E505-79699F9CFC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4730" y="1751566"/>
            <a:ext cx="8916201" cy="4897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is spreading quickly through social media, websites, and online platforms.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people find it difficult to identify whether a news article is real or fake.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every news article manually takes a lot of time and effort.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 news can create confusion and spread incorrect information among people.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 system that can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news text and identify fake information.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this project develops a Fake News Detection System using NLP and Machine Learning to classify news as Real or Fake.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14A4CFA2-D632-DE38-6155-41E50A16B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aveetha School of Engineering, Chennai ...">
            <a:extLst>
              <a:ext uri="{FF2B5EF4-FFF2-40B4-BE49-F238E27FC236}">
                <a16:creationId xmlns:a16="http://schemas.microsoft.com/office/drawing/2014/main" id="{813E5F8A-C9BB-9E4D-9C7A-6D16F7C17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977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F260-4E56-85F9-7D00-C110E47E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881" y="292735"/>
            <a:ext cx="2888974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153107-9CBA-D08D-A544-231BFA4050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77606"/>
            <a:ext cx="10459065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prepare news articles for fake news detection. </a:t>
            </a: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 the news text by removing unwanted symbols, punctuation, and unnecessary words. </a:t>
            </a: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convert the news text into numerical data using TF-IDF. </a:t>
            </a: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and compare Naive Bayes, Logistic Regression, and SVM machine learning models. </a:t>
            </a: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whether a given news article is Real or Fake with good accuracy. </a:t>
            </a: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user-friendly web dashboard where users can upload datasets, enter news, and view prediction results.</a:t>
            </a:r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B1A93C29-44D6-09B9-BC90-D3C52E09E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aveetha School of Engineering, Chennai ...">
            <a:extLst>
              <a:ext uri="{FF2B5EF4-FFF2-40B4-BE49-F238E27FC236}">
                <a16:creationId xmlns:a16="http://schemas.microsoft.com/office/drawing/2014/main" id="{EEB86665-99D8-63E7-26D3-F5F8D565B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F7FB1855-FBAF-E7C7-7B64-6B9D96723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aveetha School of Engineering, Chennai ...">
            <a:extLst>
              <a:ext uri="{FF2B5EF4-FFF2-40B4-BE49-F238E27FC236}">
                <a16:creationId xmlns:a16="http://schemas.microsoft.com/office/drawing/2014/main" id="{02579A5E-39E8-C9B6-CD3F-A64FF5123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E9EE1C6-A695-55DB-B0F4-177B499D2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278" y="292735"/>
            <a:ext cx="5165035" cy="1185379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24AE7F-E121-806E-676E-6A659C787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19" y="1478113"/>
            <a:ext cx="10746657" cy="501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406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64E46-707D-99C4-CDE3-D32A9F94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365" y="11350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Module 1 :Text Preprocessing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311FC-1D00-C6A8-B788-8BDD53874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375" y="1668159"/>
            <a:ext cx="10555325" cy="3531566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the news article entered by the user.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unwanted symbols, numbers, and punctuation.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all text into a common format.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unnecessary words such as stop words.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prepares the text for analysis.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cleaned text into a suitable format for the machine learning model. </a:t>
            </a: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1F717A62-9624-2816-2CF2-E1E78B318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30FA0B8C-F6D2-6ABD-49F0-23C990935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86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C4BBE71-D884-5012-57DF-BD30C10F9B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761" y="393290"/>
            <a:ext cx="11021962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82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1480-BB53-EE83-9D21-DECC39118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643" y="113505"/>
            <a:ext cx="8266043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:NLP Model Training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5D81A-9614-D783-31AC-64CD859232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61" y="1625672"/>
            <a:ext cx="9876103" cy="3611079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cleaned news data from Module 1.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text into numerical features using TF-IDF.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different machine learning models: Naive Bayes, Logistic Regression, and SVM.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models learn patterns from Real and Fake news.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accuracy of all three models.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the SVM model as the best-performing model for prediction. 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4E08DE0A-922C-84BC-FE34-F3C4BB04F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0F36D86A-549D-4DC9-C34C-0442BA87F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854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BF20-88E9-D4B6-8AB8-B6E336FF1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958D68-8DDA-2E83-1FEB-5AEDEE87E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2" y="176980"/>
            <a:ext cx="11651226" cy="638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F4A0C-37C8-BEBD-34FD-0954A05A4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9324" y="318565"/>
            <a:ext cx="9156242" cy="93297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Module 3 :Web Deployment</a:t>
            </a:r>
            <a:endParaRPr lang="en-US" b="1" dirty="0">
              <a:latin typeface="Times New Roman"/>
              <a:cs typeface="Times New Roman"/>
            </a:endParaRPr>
          </a:p>
        </p:txBody>
      </p:sp>
      <p:pic>
        <p:nvPicPr>
          <p:cNvPr id="4" name="Picture 2" descr="Saveetha University | Chennai">
            <a:extLst>
              <a:ext uri="{FF2B5EF4-FFF2-40B4-BE49-F238E27FC236}">
                <a16:creationId xmlns:a16="http://schemas.microsoft.com/office/drawing/2014/main" id="{A4DFC286-3015-57DD-802E-17E2D0641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Saveetha School of Engineering, Chennai ...">
            <a:extLst>
              <a:ext uri="{FF2B5EF4-FFF2-40B4-BE49-F238E27FC236}">
                <a16:creationId xmlns:a16="http://schemas.microsoft.com/office/drawing/2014/main" id="{B7DCFF4F-A486-058A-F119-439021C33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D9648AD-732D-2F70-54FF-928539A9DF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0964" y="1367181"/>
            <a:ext cx="10044519" cy="522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simple and user-friendly web interface.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users to enter or upload news content.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the news text to the trained SVM model.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the input using the TF-IDF vectorizer.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predicts whether the news is Real or Fake.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prediction result clearly on the web dashboard.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01835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FACC4-F8E1-5D81-EB82-48ACCBA3F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3E9A81-A468-D5F9-4D4B-B683E361B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" y="235973"/>
            <a:ext cx="11670891" cy="635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45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871DE-B727-B170-348C-5AAF0894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980" y="533173"/>
            <a:ext cx="2185262" cy="4860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Result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1CEEB3-8959-84BD-7074-9D3A3AAB9B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108" y="900271"/>
            <a:ext cx="10267164" cy="522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0" i="0" u="none" strike="noStrike" cap="none" normalizeH="0" baseline="0" dirty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preprocesses and cleans news text.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news data is converted into numerical features using TF-IDF.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models—Naive Bayes, Logistic Regression, and SVM—are trained and compared.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achieved the highest accuracy of 98% on the test data.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application allows users to enter or upload news for checking.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displays the final result as Real News or Fake News</a:t>
            </a:r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92428C95-9922-0FD3-B317-D0F18032F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aveetha School of Engineering, Chennai ...">
            <a:extLst>
              <a:ext uri="{FF2B5EF4-FFF2-40B4-BE49-F238E27FC236}">
                <a16:creationId xmlns:a16="http://schemas.microsoft.com/office/drawing/2014/main" id="{054C10FC-AB95-EC0B-5A4C-E2613EB99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8430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ED2C8-0BB8-A3E9-F6F3-0E5985D48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3756" y="292735"/>
            <a:ext cx="3077817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0E423BA-5C9D-D186-93E2-880A590D78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7923" y="876912"/>
            <a:ext cx="11139948" cy="63787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Fake News Detection System successfully identifies whether a news article is Real or Fake.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and TF-IDF help clean and convert news text into useful features.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Naive Bayes, Logistic Regression, and SVM were trained and compared.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achieved the highest accuracy of 98% among the tested models.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 dashboard provides a simple way for users to upload datasets and check news.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users identify potentially fake news quickly and reduces the effort of manual checking.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2" descr="Saveetha University | Chennai">
            <a:extLst>
              <a:ext uri="{FF2B5EF4-FFF2-40B4-BE49-F238E27FC236}">
                <a16:creationId xmlns:a16="http://schemas.microsoft.com/office/drawing/2014/main" id="{147FC2F6-5A3E-1EFB-0F2C-BA8446789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95" y="367665"/>
            <a:ext cx="1017270" cy="817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Saveetha School of Engineering, Chennai ...">
            <a:extLst>
              <a:ext uri="{FF2B5EF4-FFF2-40B4-BE49-F238E27FC236}">
                <a16:creationId xmlns:a16="http://schemas.microsoft.com/office/drawing/2014/main" id="{6F04950A-EA99-88FE-87DB-9A7FBE3AC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1965" y="292735"/>
            <a:ext cx="927735" cy="91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433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50A6B-861F-465B-AF28-412F99E74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4639" y="2766218"/>
            <a:ext cx="5542722" cy="1325563"/>
          </a:xfrm>
        </p:spPr>
        <p:txBody>
          <a:bodyPr>
            <a:noAutofit/>
          </a:bodyPr>
          <a:lstStyle/>
          <a:p>
            <a:r>
              <a:rPr lang="en-US" sz="5500" b="1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18022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</TotalTime>
  <Words>703</Words>
  <Application>Microsoft Office PowerPoint</Application>
  <PresentationFormat>Widescreen</PresentationFormat>
  <Paragraphs>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Fake News Detection System  CSA1706- ARTIFICIAL INTELLIGENCE </vt:lpstr>
      <vt:lpstr>Introduction</vt:lpstr>
      <vt:lpstr>Problem Statement</vt:lpstr>
      <vt:lpstr>Objectives</vt:lpstr>
      <vt:lpstr>System Workflow</vt:lpstr>
      <vt:lpstr>          Module 1 :Text Preprocessing</vt:lpstr>
      <vt:lpstr>PowerPoint Presentation</vt:lpstr>
      <vt:lpstr>Module 2 :NLP Model Training</vt:lpstr>
      <vt:lpstr>PowerPoint Presentation</vt:lpstr>
      <vt:lpstr>     Module 3 :Web Deployment</vt:lpstr>
      <vt:lpstr>PowerPoint Presentation</vt:lpstr>
      <vt:lpstr>Result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Attendence System Using Face Recognition  CSA1014-Software Engineering For Professional</dc:title>
  <dc:creator>C.c. Jyoshna</dc:creator>
  <cp:lastModifiedBy>Asha Sarthiwika</cp:lastModifiedBy>
  <cp:revision>3</cp:revision>
  <dcterms:created xsi:type="dcterms:W3CDTF">2026-05-01T13:42:23Z</dcterms:created>
  <dcterms:modified xsi:type="dcterms:W3CDTF">2026-09-02T02:42:17Z</dcterms:modified>
</cp:coreProperties>
</file>